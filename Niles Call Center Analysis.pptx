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" userId="f60c5c1ceb4e03a9" providerId="LiveId" clId="{F9CBE21D-661C-4B1C-B8CF-63A82800EC4D}"/>
    <pc:docChg chg="undo custSel addSld delSld modSld sldOrd">
      <pc:chgData name="Avinash" userId="f60c5c1ceb4e03a9" providerId="LiveId" clId="{F9CBE21D-661C-4B1C-B8CF-63A82800EC4D}" dt="2023-09-02T03:51:52.164" v="5101" actId="255"/>
      <pc:docMkLst>
        <pc:docMk/>
      </pc:docMkLst>
      <pc:sldChg chg="modSp new del">
        <pc:chgData name="Avinash" userId="f60c5c1ceb4e03a9" providerId="LiveId" clId="{F9CBE21D-661C-4B1C-B8CF-63A82800EC4D}" dt="2023-08-26T16:06:43.060" v="9" actId="2696"/>
        <pc:sldMkLst>
          <pc:docMk/>
          <pc:sldMk cId="2575686362" sldId="256"/>
        </pc:sldMkLst>
        <pc:spChg chg="mod">
          <ac:chgData name="Avinash" userId="f60c5c1ceb4e03a9" providerId="LiveId" clId="{F9CBE21D-661C-4B1C-B8CF-63A82800EC4D}" dt="2023-08-26T16:06:27.404" v="7"/>
          <ac:spMkLst>
            <pc:docMk/>
            <pc:sldMk cId="2575686362" sldId="256"/>
            <ac:spMk id="2" creationId="{AAC85AFF-0301-2ADB-C65E-0399ADECC9B0}"/>
          </ac:spMkLst>
        </pc:spChg>
        <pc:spChg chg="mod">
          <ac:chgData name="Avinash" userId="f60c5c1ceb4e03a9" providerId="LiveId" clId="{F9CBE21D-661C-4B1C-B8CF-63A82800EC4D}" dt="2023-08-26T16:06:27.404" v="7"/>
          <ac:spMkLst>
            <pc:docMk/>
            <pc:sldMk cId="2575686362" sldId="256"/>
            <ac:spMk id="3" creationId="{22137585-AD34-E879-64A9-38C062FE9BDB}"/>
          </ac:spMkLst>
        </pc:spChg>
      </pc:sldChg>
      <pc:sldChg chg="addSp delSp modSp new del">
        <pc:chgData name="Avinash" userId="f60c5c1ceb4e03a9" providerId="LiveId" clId="{F9CBE21D-661C-4B1C-B8CF-63A82800EC4D}" dt="2023-08-26T16:07:21.150" v="13" actId="2696"/>
        <pc:sldMkLst>
          <pc:docMk/>
          <pc:sldMk cId="886135334" sldId="257"/>
        </pc:sldMkLst>
        <pc:spChg chg="add del mod">
          <ac:chgData name="Avinash" userId="f60c5c1ceb4e03a9" providerId="LiveId" clId="{F9CBE21D-661C-4B1C-B8CF-63A82800EC4D}" dt="2023-08-26T16:07:02.547" v="11" actId="767"/>
          <ac:spMkLst>
            <pc:docMk/>
            <pc:sldMk cId="886135334" sldId="257"/>
            <ac:spMk id="2" creationId="{4E995924-6539-FAF6-EFE7-C55EC08A4A0A}"/>
          </ac:spMkLst>
        </pc:spChg>
      </pc:sldChg>
      <pc:sldChg chg="new del">
        <pc:chgData name="Avinash" userId="f60c5c1ceb4e03a9" providerId="LiveId" clId="{F9CBE21D-661C-4B1C-B8CF-63A82800EC4D}" dt="2023-08-26T16:05:58.346" v="4" actId="2696"/>
        <pc:sldMkLst>
          <pc:docMk/>
          <pc:sldMk cId="1101475531" sldId="257"/>
        </pc:sldMkLst>
      </pc:sldChg>
      <pc:sldChg chg="add del">
        <pc:chgData name="Avinash" userId="f60c5c1ceb4e03a9" providerId="LiveId" clId="{F9CBE21D-661C-4B1C-B8CF-63A82800EC4D}" dt="2023-08-26T16:05:42.896" v="2" actId="2696"/>
        <pc:sldMkLst>
          <pc:docMk/>
          <pc:sldMk cId="1204735206" sldId="257"/>
        </pc:sldMkLst>
      </pc:sldChg>
      <pc:sldChg chg="modSp new mod ord">
        <pc:chgData name="Avinash" userId="f60c5c1ceb4e03a9" providerId="LiveId" clId="{F9CBE21D-661C-4B1C-B8CF-63A82800EC4D}" dt="2023-08-26T16:24:32.252" v="178" actId="20577"/>
        <pc:sldMkLst>
          <pc:docMk/>
          <pc:sldMk cId="1358372189" sldId="258"/>
        </pc:sldMkLst>
        <pc:spChg chg="mod">
          <ac:chgData name="Avinash" userId="f60c5c1ceb4e03a9" providerId="LiveId" clId="{F9CBE21D-661C-4B1C-B8CF-63A82800EC4D}" dt="2023-08-26T16:22:20.623" v="157" actId="2711"/>
          <ac:spMkLst>
            <pc:docMk/>
            <pc:sldMk cId="1358372189" sldId="258"/>
            <ac:spMk id="2" creationId="{F08B637F-D3E1-F1D9-ACA0-976F765A98AA}"/>
          </ac:spMkLst>
        </pc:spChg>
        <pc:spChg chg="mod">
          <ac:chgData name="Avinash" userId="f60c5c1ceb4e03a9" providerId="LiveId" clId="{F9CBE21D-661C-4B1C-B8CF-63A82800EC4D}" dt="2023-08-26T16:24:32.252" v="178" actId="20577"/>
          <ac:spMkLst>
            <pc:docMk/>
            <pc:sldMk cId="1358372189" sldId="258"/>
            <ac:spMk id="3" creationId="{26D19AD2-8D4F-8F9A-4455-C5CCD55273CA}"/>
          </ac:spMkLst>
        </pc:spChg>
      </pc:sldChg>
      <pc:sldChg chg="modSp new mod">
        <pc:chgData name="Avinash" userId="f60c5c1ceb4e03a9" providerId="LiveId" clId="{F9CBE21D-661C-4B1C-B8CF-63A82800EC4D}" dt="2023-09-02T03:51:12.164" v="5098" actId="207"/>
        <pc:sldMkLst>
          <pc:docMk/>
          <pc:sldMk cId="2681458951" sldId="259"/>
        </pc:sldMkLst>
        <pc:spChg chg="mod">
          <ac:chgData name="Avinash" userId="f60c5c1ceb4e03a9" providerId="LiveId" clId="{F9CBE21D-661C-4B1C-B8CF-63A82800EC4D}" dt="2023-08-26T16:29:45.278" v="383" actId="115"/>
          <ac:spMkLst>
            <pc:docMk/>
            <pc:sldMk cId="2681458951" sldId="259"/>
            <ac:spMk id="2" creationId="{5AAF7CB0-AE11-07A6-08F7-38DF556DE678}"/>
          </ac:spMkLst>
        </pc:spChg>
        <pc:spChg chg="mod">
          <ac:chgData name="Avinash" userId="f60c5c1ceb4e03a9" providerId="LiveId" clId="{F9CBE21D-661C-4B1C-B8CF-63A82800EC4D}" dt="2023-09-02T03:51:12.164" v="5098" actId="207"/>
          <ac:spMkLst>
            <pc:docMk/>
            <pc:sldMk cId="2681458951" sldId="259"/>
            <ac:spMk id="3" creationId="{A355E6F8-3CA5-121D-B1F1-3A018664D57E}"/>
          </ac:spMkLst>
        </pc:spChg>
      </pc:sldChg>
      <pc:sldChg chg="modSp new mod">
        <pc:chgData name="Avinash" userId="f60c5c1ceb4e03a9" providerId="LiveId" clId="{F9CBE21D-661C-4B1C-B8CF-63A82800EC4D}" dt="2023-09-02T03:51:21.765" v="5099" actId="207"/>
        <pc:sldMkLst>
          <pc:docMk/>
          <pc:sldMk cId="3370274836" sldId="260"/>
        </pc:sldMkLst>
        <pc:spChg chg="mod">
          <ac:chgData name="Avinash" userId="f60c5c1ceb4e03a9" providerId="LiveId" clId="{F9CBE21D-661C-4B1C-B8CF-63A82800EC4D}" dt="2023-08-26T16:42:35.205" v="747" actId="2711"/>
          <ac:spMkLst>
            <pc:docMk/>
            <pc:sldMk cId="3370274836" sldId="260"/>
            <ac:spMk id="2" creationId="{B1AB429A-AE8C-6BBA-9483-90D8AAC11B51}"/>
          </ac:spMkLst>
        </pc:spChg>
        <pc:spChg chg="mod">
          <ac:chgData name="Avinash" userId="f60c5c1ceb4e03a9" providerId="LiveId" clId="{F9CBE21D-661C-4B1C-B8CF-63A82800EC4D}" dt="2023-09-02T03:51:21.765" v="5099" actId="207"/>
          <ac:spMkLst>
            <pc:docMk/>
            <pc:sldMk cId="3370274836" sldId="260"/>
            <ac:spMk id="3" creationId="{F3B9FEF0-55CB-79A2-2EFA-C2E7A881A9A8}"/>
          </ac:spMkLst>
        </pc:spChg>
      </pc:sldChg>
      <pc:sldChg chg="modSp new mod">
        <pc:chgData name="Avinash" userId="f60c5c1ceb4e03a9" providerId="LiveId" clId="{F9CBE21D-661C-4B1C-B8CF-63A82800EC4D}" dt="2023-09-02T03:51:52.164" v="5101" actId="255"/>
        <pc:sldMkLst>
          <pc:docMk/>
          <pc:sldMk cId="3527599023" sldId="261"/>
        </pc:sldMkLst>
        <pc:spChg chg="mod">
          <ac:chgData name="Avinash" userId="f60c5c1ceb4e03a9" providerId="LiveId" clId="{F9CBE21D-661C-4B1C-B8CF-63A82800EC4D}" dt="2023-08-26T16:48:24.101" v="790" actId="20577"/>
          <ac:spMkLst>
            <pc:docMk/>
            <pc:sldMk cId="3527599023" sldId="261"/>
            <ac:spMk id="2" creationId="{3C3E5556-212E-F47D-2146-88BD01D6C24A}"/>
          </ac:spMkLst>
        </pc:spChg>
        <pc:spChg chg="mod">
          <ac:chgData name="Avinash" userId="f60c5c1ceb4e03a9" providerId="LiveId" clId="{F9CBE21D-661C-4B1C-B8CF-63A82800EC4D}" dt="2023-09-02T03:51:52.164" v="5101" actId="255"/>
          <ac:spMkLst>
            <pc:docMk/>
            <pc:sldMk cId="3527599023" sldId="261"/>
            <ac:spMk id="3" creationId="{352B6992-4DC0-7C8F-625B-754CA0D17F5C}"/>
          </ac:spMkLst>
        </pc:spChg>
      </pc:sldChg>
      <pc:sldChg chg="modSp new mod">
        <pc:chgData name="Avinash" userId="f60c5c1ceb4e03a9" providerId="LiveId" clId="{F9CBE21D-661C-4B1C-B8CF-63A82800EC4D}" dt="2023-08-26T17:50:42.905" v="2621" actId="20577"/>
        <pc:sldMkLst>
          <pc:docMk/>
          <pc:sldMk cId="2151262413" sldId="262"/>
        </pc:sldMkLst>
        <pc:spChg chg="mod">
          <ac:chgData name="Avinash" userId="f60c5c1ceb4e03a9" providerId="LiveId" clId="{F9CBE21D-661C-4B1C-B8CF-63A82800EC4D}" dt="2023-08-26T17:19:40.858" v="1438" actId="20577"/>
          <ac:spMkLst>
            <pc:docMk/>
            <pc:sldMk cId="2151262413" sldId="262"/>
            <ac:spMk id="2" creationId="{542DB088-4EC4-8649-5528-6B3058F4C66C}"/>
          </ac:spMkLst>
        </pc:spChg>
        <pc:spChg chg="mod">
          <ac:chgData name="Avinash" userId="f60c5c1ceb4e03a9" providerId="LiveId" clId="{F9CBE21D-661C-4B1C-B8CF-63A82800EC4D}" dt="2023-08-26T17:50:42.905" v="2621" actId="20577"/>
          <ac:spMkLst>
            <pc:docMk/>
            <pc:sldMk cId="2151262413" sldId="262"/>
            <ac:spMk id="3" creationId="{C1FABFAE-23C0-7385-14A3-4CA235EF42F5}"/>
          </ac:spMkLst>
        </pc:spChg>
      </pc:sldChg>
      <pc:sldChg chg="modSp new mod">
        <pc:chgData name="Avinash" userId="f60c5c1ceb4e03a9" providerId="LiveId" clId="{F9CBE21D-661C-4B1C-B8CF-63A82800EC4D}" dt="2023-08-26T18:06:45.899" v="3847" actId="255"/>
        <pc:sldMkLst>
          <pc:docMk/>
          <pc:sldMk cId="994064707" sldId="263"/>
        </pc:sldMkLst>
        <pc:spChg chg="mod">
          <ac:chgData name="Avinash" userId="f60c5c1ceb4e03a9" providerId="LiveId" clId="{F9CBE21D-661C-4B1C-B8CF-63A82800EC4D}" dt="2023-08-26T17:47:03.839" v="2349" actId="14100"/>
          <ac:spMkLst>
            <pc:docMk/>
            <pc:sldMk cId="994064707" sldId="263"/>
            <ac:spMk id="2" creationId="{E17796FD-AD63-E1A6-7637-C3B8CA2E158A}"/>
          </ac:spMkLst>
        </pc:spChg>
        <pc:spChg chg="mod">
          <ac:chgData name="Avinash" userId="f60c5c1ceb4e03a9" providerId="LiveId" clId="{F9CBE21D-661C-4B1C-B8CF-63A82800EC4D}" dt="2023-08-26T18:06:45.899" v="3847" actId="255"/>
          <ac:spMkLst>
            <pc:docMk/>
            <pc:sldMk cId="994064707" sldId="263"/>
            <ac:spMk id="3" creationId="{08F00C9B-B380-D49A-5BC4-C01F6D805A8F}"/>
          </ac:spMkLst>
        </pc:spChg>
      </pc:sldChg>
      <pc:sldChg chg="modSp new mod">
        <pc:chgData name="Avinash" userId="f60c5c1ceb4e03a9" providerId="LiveId" clId="{F9CBE21D-661C-4B1C-B8CF-63A82800EC4D}" dt="2023-08-27T08:28:43.688" v="5096" actId="27636"/>
        <pc:sldMkLst>
          <pc:docMk/>
          <pc:sldMk cId="170352159" sldId="264"/>
        </pc:sldMkLst>
        <pc:spChg chg="mod">
          <ac:chgData name="Avinash" userId="f60c5c1ceb4e03a9" providerId="LiveId" clId="{F9CBE21D-661C-4B1C-B8CF-63A82800EC4D}" dt="2023-08-26T18:08:03.195" v="3877" actId="20577"/>
          <ac:spMkLst>
            <pc:docMk/>
            <pc:sldMk cId="170352159" sldId="264"/>
            <ac:spMk id="2" creationId="{EA1B9624-2152-B538-67DA-E8F9E4F18D1C}"/>
          </ac:spMkLst>
        </pc:spChg>
        <pc:spChg chg="mod">
          <ac:chgData name="Avinash" userId="f60c5c1ceb4e03a9" providerId="LiveId" clId="{F9CBE21D-661C-4B1C-B8CF-63A82800EC4D}" dt="2023-08-27T08:28:43.688" v="5096" actId="27636"/>
          <ac:spMkLst>
            <pc:docMk/>
            <pc:sldMk cId="170352159" sldId="264"/>
            <ac:spMk id="3" creationId="{173D1E60-2638-5355-4B7B-16F3B28A9D1A}"/>
          </ac:spMkLst>
        </pc:spChg>
      </pc:sldChg>
      <pc:sldChg chg="modSp new mod">
        <pc:chgData name="Avinash" userId="f60c5c1ceb4e03a9" providerId="LiveId" clId="{F9CBE21D-661C-4B1C-B8CF-63A82800EC4D}" dt="2023-08-26T18:18:49.175" v="5093" actId="20577"/>
        <pc:sldMkLst>
          <pc:docMk/>
          <pc:sldMk cId="513031253" sldId="265"/>
        </pc:sldMkLst>
        <pc:spChg chg="mod">
          <ac:chgData name="Avinash" userId="f60c5c1ceb4e03a9" providerId="LiveId" clId="{F9CBE21D-661C-4B1C-B8CF-63A82800EC4D}" dt="2023-08-26T18:18:49.175" v="5093" actId="20577"/>
          <ac:spMkLst>
            <pc:docMk/>
            <pc:sldMk cId="513031253" sldId="265"/>
            <ac:spMk id="3" creationId="{95531C38-7C69-BAC6-D4A4-3890B7DE69D8}"/>
          </ac:spMkLst>
        </pc:spChg>
      </pc:sldChg>
      <pc:sldMasterChg chg="addSldLayout">
        <pc:chgData name="Avinash" userId="f60c5c1ceb4e03a9" providerId="LiveId" clId="{F9CBE21D-661C-4B1C-B8CF-63A82800EC4D}" dt="2023-08-26T16:05:09.775" v="0" actId="680"/>
        <pc:sldMasterMkLst>
          <pc:docMk/>
          <pc:sldMasterMk cId="588028171" sldId="2147483648"/>
        </pc:sldMasterMkLst>
        <pc:sldLayoutChg chg="add">
          <pc:chgData name="Avinash" userId="f60c5c1ceb4e03a9" providerId="LiveId" clId="{F9CBE21D-661C-4B1C-B8CF-63A82800EC4D}" dt="2023-08-26T16:05:09.775" v="0" actId="680"/>
          <pc:sldLayoutMkLst>
            <pc:docMk/>
            <pc:sldMasterMk cId="588028171" sldId="2147483648"/>
            <pc:sldLayoutMk cId="2694523526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167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5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83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9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6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59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7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4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8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9229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609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5163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779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183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10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3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637F-D3E1-F1D9-ACA0-976F765A9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20132"/>
            <a:ext cx="9603275" cy="961534"/>
          </a:xfrm>
        </p:spPr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Nile’s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Call_Center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9AD2-8D4F-8F9A-4455-C5CCD5527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69215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3200" b="1" dirty="0"/>
          </a:p>
          <a:p>
            <a:pPr marL="0" indent="0" algn="ctr">
              <a:buNone/>
            </a:pPr>
            <a:endParaRPr lang="en-IN" sz="3200" b="1" dirty="0"/>
          </a:p>
          <a:p>
            <a:pPr marL="0" indent="0" algn="ctr">
              <a:buNone/>
            </a:pPr>
            <a:r>
              <a:rPr lang="en-IN" sz="3200" b="1" dirty="0"/>
              <a:t>												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by,</a:t>
            </a:r>
          </a:p>
          <a:p>
            <a:pPr marL="0" indent="0" algn="ctr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Avinash Pawar</a:t>
            </a:r>
          </a:p>
          <a:p>
            <a:pPr marL="0" indent="0" algn="ctr">
              <a:buNone/>
            </a:pP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35837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7CB0-AE11-07A6-08F7-38DF556D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99241"/>
            <a:ext cx="9603275" cy="703684"/>
          </a:xfrm>
        </p:spPr>
        <p:txBody>
          <a:bodyPr>
            <a:normAutofit/>
          </a:bodyPr>
          <a:lstStyle/>
          <a:p>
            <a:pPr algn="ctr"/>
            <a:r>
              <a:rPr lang="en-IN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5E6F8-3CA5-121D-B1F1-3A018664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526384"/>
            <a:ext cx="9603275" cy="3714160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 – </a:t>
            </a: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analyse the given Data and help </a:t>
            </a:r>
            <a:r>
              <a:rPr lang="en-I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Nile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make better decisions and improve their Service</a:t>
            </a:r>
          </a:p>
          <a:p>
            <a:pPr marL="457200" lvl="1" indent="0">
              <a:buNone/>
            </a:pP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for analysis –</a:t>
            </a: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analyse Nile’s Data and to get output from it, I have used CRISP-DM (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Cross-Industry Standard Process for Data Mining</a:t>
            </a:r>
            <a:r>
              <a:rPr lang="en-IN" b="0" i="0" dirty="0">
                <a:solidFill>
                  <a:schemeClr val="tx1"/>
                </a:solidFill>
                <a:effectLst/>
                <a:latin typeface="Google Sans"/>
              </a:rPr>
              <a:t>)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Methodology.</a:t>
            </a:r>
          </a:p>
        </p:txBody>
      </p:sp>
    </p:spTree>
    <p:extLst>
      <p:ext uri="{BB962C8B-B14F-4D97-AF65-F5344CB8AC3E}">
        <p14:creationId xmlns:p14="http://schemas.microsoft.com/office/powerpoint/2010/main" val="268145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429A-AE8C-6BBA-9483-90D8AAC1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2701"/>
          </a:xfrm>
        </p:spPr>
        <p:txBody>
          <a:bodyPr>
            <a:normAutofit/>
          </a:bodyPr>
          <a:lstStyle/>
          <a:p>
            <a:pPr algn="ctr"/>
            <a:r>
              <a:rPr lang="en-IN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9FEF0-55CB-79A2-2EFA-C2E7A881A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7971"/>
            <a:ext cx="8596668" cy="4363391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 –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out the Customer Sentiments towards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niles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 Service.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do Root Cause Analysis to find Common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Custoer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Complaints.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response times for customer queries and support requests to assess the efficiency of the customer service team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customers based on their demographics, behavior, and preferences. Understand different customer segments' needs and pain points to tailor services and communications accordingly.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patterns and trends in customer service data to uncover opportunities for process improvements and innovative service offerings.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27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5556-212E-F47D-2146-88BD01D6C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3274"/>
          </a:xfrm>
        </p:spPr>
        <p:txBody>
          <a:bodyPr>
            <a:normAutofit/>
          </a:bodyPr>
          <a:lstStyle/>
          <a:p>
            <a:pPr algn="ctr"/>
            <a:r>
              <a:rPr lang="en-IN" sz="2800" b="1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&amp; Data </a:t>
            </a:r>
            <a:r>
              <a:rPr lang="en-IN" sz="2800" b="1" i="0" u="sng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preperation</a:t>
            </a:r>
            <a:endParaRPr lang="en-IN" sz="28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6992-4DC0-7C8F-625B-754CA0D17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2557"/>
            <a:ext cx="8596668" cy="4438805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data shared with us for Niles Customer Service.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Tried to find out the Attributes as per business objectives.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understanding of data tried to prepare clean data for all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attribues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using trim Function, and also to get required results filtered data and removed blank spaces.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generated new attributes to gain required results,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customer Satisfaction level.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759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B088-4EC4-8649-5528-6B3058F4C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5823"/>
          </a:xfrm>
        </p:spPr>
        <p:txBody>
          <a:bodyPr>
            <a:normAutofit/>
          </a:bodyPr>
          <a:lstStyle/>
          <a:p>
            <a:pPr algn="ctr"/>
            <a:r>
              <a:rPr lang="en-IN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BFAE-23C0-7385-14A3-4CA235EF4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7654"/>
            <a:ext cx="8596668" cy="4487157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results in visualized mannered used Column Charts and pie charts.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evaluating sentiment Analysis, we generated charts for Positive, Negative and Neutral Sentiments of customers towards Nile’s customer Service as Negative – 47%,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Nuetral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37% Positive – 16%.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out Root cause Analysis, I found out the common customer complaints as billing related complaints – 71%, Payment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Compaints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15%, Service Outage Complaints  - 14%.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did analysis of Service Response time to understand the time required to resolve customer complaints, Results – within SLA – 62%, Below SLA – 25%, Above SLA – 13%.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did demographic analysis,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different customer segments' needs and pain points to tailor services and communications accordingly.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wise Customer Satisfaction level Analysis – To find out Customers satisfaction level for Call Centers of Baltimore, Chicago, Denver and Los Angeles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vs Channel Analysis to find out preferred channels of customers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reach 4 Call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Nile.</a:t>
            </a:r>
          </a:p>
          <a:p>
            <a:pPr marL="800100" lvl="1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26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96FD-AD63-E1A6-7637-C3B8CA2E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1555"/>
          </a:xfrm>
        </p:spPr>
        <p:txBody>
          <a:bodyPr/>
          <a:lstStyle/>
          <a:p>
            <a:pPr algn="ctr"/>
            <a:r>
              <a:rPr lang="en-IN" sz="3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0C9B-B380-D49A-5BC4-C01F6D80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1155"/>
            <a:ext cx="8596668" cy="4580207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Analysis  - </a:t>
            </a:r>
          </a:p>
          <a:p>
            <a:pPr marL="1257300" lvl="2" indent="-342900">
              <a:buFont typeface="+mj-lt"/>
              <a:buAutoNum type="arabicPeriod" startAt="3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wise channel vs Response Time to find out the  response time of each channels employee and their call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</a:t>
            </a:r>
          </a:p>
          <a:p>
            <a:pPr marL="1257300" lvl="2" indent="-342900">
              <a:buFont typeface="+mj-lt"/>
              <a:buAutoNum type="arabicPeriod" startAt="3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Wise customer level Satisfaction Analysis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find out Customer Satisfaction level by using their preferred channels.</a:t>
            </a:r>
          </a:p>
          <a:p>
            <a:pPr marL="1257300" lvl="2" indent="-342900">
              <a:buFont typeface="+mj-lt"/>
              <a:buAutoNum type="arabicPeriod" startAt="3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States – To understand the top 5 states from where most number of complaints are coming. It generated that Customers from California, Florida, new York, Texas and Virginia registered the most complaints.</a:t>
            </a:r>
          </a:p>
          <a:p>
            <a:pPr marL="1257300" lvl="2" indent="-342900">
              <a:buFont typeface="+mj-lt"/>
              <a:buAutoNum type="arabicPeriod" startAt="3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States Satisfaction level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understand satisfaction level of top 5 states who registered most complaints.</a:t>
            </a:r>
          </a:p>
          <a:p>
            <a:pPr lvl="1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and Patterns Identification –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wise Response time to find out the Customers preferred channel and response time required to resolve it shows that respond time is within sla for all channels.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Satisfied Customers pattern as per states, preferred channels, Call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location, Reasons and response time.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Satisfied Customers pattern as per states, preferred channels, Call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location, Reasons and response time.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Nuetral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pattern as per states, preferred channels, Call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location, Reasons and response time.</a:t>
            </a:r>
          </a:p>
          <a:p>
            <a:pPr marL="914400" lvl="2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064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9624-2152-B538-67DA-E8F9E4F18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3019"/>
          </a:xfrm>
        </p:spPr>
        <p:txBody>
          <a:bodyPr>
            <a:normAutofit/>
          </a:bodyPr>
          <a:lstStyle/>
          <a:p>
            <a:pPr algn="ctr"/>
            <a:r>
              <a:rPr lang="en-IN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D1E60-2638-5355-4B7B-16F3B28A9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2301"/>
            <a:ext cx="8596668" cy="4599061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1600" dirty="0"/>
              <a:t>Sentiments of customers toward </a:t>
            </a:r>
            <a:r>
              <a:rPr lang="en-IN" sz="1600" dirty="0" err="1"/>
              <a:t>nile</a:t>
            </a:r>
            <a:r>
              <a:rPr lang="en-IN" sz="1600" dirty="0"/>
              <a:t> is negative for that </a:t>
            </a:r>
            <a:r>
              <a:rPr lang="en-IN" sz="1600" dirty="0" err="1"/>
              <a:t>nile</a:t>
            </a:r>
            <a:r>
              <a:rPr lang="en-IN" sz="1600" dirty="0"/>
              <a:t> need to improve response time and need to resolve customers complaints for that they have to train all employees to create a good relationship with customers.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To deal with billing, payment and service outage issues, </a:t>
            </a:r>
            <a:r>
              <a:rPr lang="en-IN" sz="1600" dirty="0" err="1"/>
              <a:t>nile</a:t>
            </a:r>
            <a:r>
              <a:rPr lang="en-IN" sz="1600" dirty="0"/>
              <a:t> can create online portal within their Ecommerce website, so that customers can get insights about billing generation, payment status and due dates, and Service related updates.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Need to improve response time quality, mostly employees responding within time but customers are not happy with their response, here we can provide training.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As per demographic analysis, Nile need to improve channels and their response time because they can be the reasons for customers negative </a:t>
            </a:r>
            <a:r>
              <a:rPr lang="en-IN" sz="1600" dirty="0" err="1"/>
              <a:t>seentiments</a:t>
            </a:r>
            <a:r>
              <a:rPr lang="en-IN" sz="1600" dirty="0"/>
              <a:t>. Also can focus on top 5 states to resolve their problems first.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As per trends and patterns of customers satisfaction levels Nile can focus on channel, response time and reasons.</a:t>
            </a:r>
          </a:p>
        </p:txBody>
      </p:sp>
    </p:spTree>
    <p:extLst>
      <p:ext uri="{BB962C8B-B14F-4D97-AF65-F5344CB8AC3E}">
        <p14:creationId xmlns:p14="http://schemas.microsoft.com/office/powerpoint/2010/main" val="17035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22F9-FC4F-6084-73B8-D7515CBB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31C38-7C69-BAC6-D4A4-3890B7DE6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5130312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367</TotalTime>
  <Words>802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Google Sans</vt:lpstr>
      <vt:lpstr>Times New Roman</vt:lpstr>
      <vt:lpstr>Trebuchet MS</vt:lpstr>
      <vt:lpstr>Wingdings 3</vt:lpstr>
      <vt:lpstr>Facet</vt:lpstr>
      <vt:lpstr>Nile’s Call_Center Analysis</vt:lpstr>
      <vt:lpstr>Introduction</vt:lpstr>
      <vt:lpstr>Business Understanding</vt:lpstr>
      <vt:lpstr>Data Understanding &amp; Data preperation</vt:lpstr>
      <vt:lpstr>Evaluation</vt:lpstr>
      <vt:lpstr>Evaluation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Nile’s Call_Center Analysis</dc:title>
  <dc:creator>Avinash</dc:creator>
  <cp:lastModifiedBy>Avinash</cp:lastModifiedBy>
  <cp:revision>1</cp:revision>
  <dcterms:created xsi:type="dcterms:W3CDTF">2023-08-26T16:01:33Z</dcterms:created>
  <dcterms:modified xsi:type="dcterms:W3CDTF">2023-09-02T05:45:56Z</dcterms:modified>
</cp:coreProperties>
</file>